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463040"/>
            <a:ext cx="62179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LUSONG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468880"/>
            <a:ext cx="621792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AF2FF"/>
                </a:solidFill>
                <a:latin typeface="Arial"/>
              </a:rPr>
              <a:t>Post-flood leptospirosis early warning and prophylaxis dispatch for every barangay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749039"/>
            <a:ext cx="621792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8A3D"/>
                </a:solidFill>
                <a:latin typeface="Arial"/>
              </a:rPr>
              <a:t>“Lumusong ka man, may bantay.”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572000"/>
            <a:ext cx="6217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Team TeamName  |  School Name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Philippine Startup Challenge XI (2026)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Initial Presentation Deck  |  Sector: Health  |  Technology: AI / SaaS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Problem Description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After every flood, a preventable epidemic follows two to four weeks later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5603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6B21"/>
                </a:solidFill>
                <a:latin typeface="Arial"/>
              </a:rPr>
              <a:t>~12,000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25603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leptospirosis cases in 2026 by Oct 1, 46% above 2025 [6]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5603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6B21"/>
                </a:solidFill>
                <a:latin typeface="Arial"/>
              </a:rPr>
              <a:t>4,859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5603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cases in just 13 weeks of the 2025 rainy season (Jun 8 to Sep 4) [5]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5603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3.6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25603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people in 9,643 barangays affected by Typhoon Uwan alone, Nov 2025 [2]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737360"/>
            <a:ext cx="2514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3317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3317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of health facilities had internet connectivity in 2024 [12]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124712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Leptospirosis is caught by wading through floodwater contaminated by rat urine. Severe cases need dialysis; deaths cluster among working-age adults who waded to work, clear drains, or rescue neighbors.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Prevention exists and is cheap: DOH recommends doxycycline post-exposure prophylaxis for people who waded, most effective within 24 to 72 hours.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The gap: nobody knows, in time, which households waded. Warnings are generic, prophylaxis arrives late, and surveillance counts cases only after they reach hospitals (CDC EID, Mar 2026; PMC 2025) [7][8].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The frontline is thin and offline: 21.2 health workers per 10,000 vs WHO 44.5; 26,504 barangay health stations for 42,026 barangays [9][11].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Why Existing Tools Do Not Solve It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Hazard platforms are excellent; the post-flood health response layer is empty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737360"/>
                <a:gridCol w="1737360"/>
                <a:gridCol w="1280160"/>
                <a:gridCol w="1280160"/>
                <a:gridCol w="128016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HazardHunterPH / GeoRiskPH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PAGASA + Google flood forecasts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DOH advisories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BIMS / eLGU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Telemedicine apps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LUSONG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Pre-event hazard maps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Uses them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Finds exposed households after a flood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Targets prophylaxis within 72 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Generic 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BHW house-to-house workflow, offline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Records only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Symptom screening and referral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Online, urban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Yes, offline, rural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Measures outcome per barangay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3D91"/>
                </a:solidFill>
                <a:latin typeface="Arial"/>
              </a:rPr>
              <a:t>DILG mandated the Barangay Information Management System (BIMS) for all barangays in Dec 2025, with 25,000+ barangays oriented by mid-2026 [15]. Household-level data now exists almost everywhere. Nobody has used it for post-flood health response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Sustainable Development Goal (SDG) Priority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Primary: SDG 3 Good Health and Well-being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0" cy="4480560"/>
          </a:xfrm>
          <a:prstGeom prst="rect">
            <a:avLst/>
          </a:prstGeom>
          <a:solidFill>
            <a:srgbClr val="4C9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SDG 3  Good Health and Well-being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Target 3.3: end the epidemics of water-borne and other communicable diseases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Target 3.d: strengthen capacity for early warning, risk reduction and management of national and global health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Secondary SDGs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5486400" cy="3931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SDG 11.5: reduce deaths and the number of people affected by disasters, including water-related disasters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SDG 13.1: strengthen resilience and adaptive capacity to climate-related hazards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SDG 6.2: sanitation, through hotspot mapping of flood and waste exposure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Alignment: Universal Health Care Act (interoperable records by 2028), RA 10121 (70% of LDRRMF for prevention and preparedness), ASEAN 2026 theme “Navigating Our Future, Together” (digital public goods, climate resilience)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Target Market Segment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Beneficiaries, users and the customers who pay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931920"/>
                <a:gridCol w="3566160"/>
                <a:gridCol w="2103120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Beneficiaries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Residents of flood-prone barangays; working-age adults who wade most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8.2 M people affected by floods and cyclones in 2025; 9,643 barangays hit by Uwan alone [2][3]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Receive advisories and prophylaxis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Primary users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Barangay Health Workers, RHU nurses and physicians, MDRRMO officers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42,026 barangays; 26,504 barangay health stations [11]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Run the house-to-house response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Paying customers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City and municipal governments (LDRRMF prevention funds, health budget)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About 1,640 LGUs; est. 600 municipalities + 60 cities with recurring floods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Annual subscription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Early adopters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Marikina, Malabon, Navotas, Calumpit, Hagonoy, Cabanatuan, Dagupan, Naga, Ormoc, Cotabato City, Davao riverside districts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Active MDRRMO, BIMS-oriented barangays, eLGU accounts (41 cities, 901 municipalities) [15]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Pilot and reference customers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LUSONG turns a flood event into a barangay-level health action list within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118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11880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LUSONG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337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LGU and RHU web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333756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Exposure engine fuses rainfall, flood depth maps, elevation, and BIMS household locations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Ranks barangays by expected cases (AI model trained on past rainfall, flood extent and DOH weekly case data)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Doxycycline need vs stock per barangay health station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737360"/>
            <a:ext cx="36118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737360"/>
            <a:ext cx="3611880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LUSONG Bantay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337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Offline-first BHW 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333756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Prioritized house-to-house list per purok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3-question Filipino symptom screen (fever, calf pain, red eyes or jaundice)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Prophylaxis log and one-tap RHU referral; syncs when signal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36118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737360"/>
            <a:ext cx="3611880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2024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LUSONG Abiso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77440"/>
            <a:ext cx="3337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Resident messaging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834640"/>
            <a:ext cx="333756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Targeted SMS in Filipino and regional languages within hours of a flood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Residents reply 1 or 2 to self-report wading and symptoms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Messenger and eGovPH channels next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No hardware required; built on data the government already publishes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1188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1.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39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PAGASA rainfall, flood forecast, or MDRRMO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737360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2.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39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Spatial join of flood layers with BIMS households (PostGIS)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61188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19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3. Risk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77439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Gradient-boosted model on rainfall, flood extent, past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4.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89120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SMS to households; BHW lists pushed offline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749039"/>
            <a:ext cx="361188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8620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5.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389120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Prophylaxis logged, symptoms screened, referrals made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749039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88620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6. 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389120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30-day case tracking; reports in DOH FHSIS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Stack: Python (FastAPI, XGBoost, GeoPandas), PostgreSQL + PostGIS, React dashboard, progressive web app with IndexedDB offline sync, local SMS gateway, small language model for multilingual advisories with RHU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Must-have features ship in the 8-week MVP; the rest follow after the first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MVP (must have)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Barangay map with household exposure scoring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BIMS or census CSV import (no re-encoding)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SMS blast with reply capture (1 = waded, 2 = symptoms)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Offline BHW checklist and symptom screen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Doxycycline stock vs need panel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Referral queue for the RHU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Exportable report in DOH FHSIS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6B21"/>
                </a:solidFill>
                <a:latin typeface="Arial"/>
              </a:rPr>
              <a:t>Next (after pilot)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ML risk ranking trained on DOH weekly surveillance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Messenger and eGovPH super app channels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Rain gauge and community sensor ingestion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Dengue, acute diarrhea and heat-illness modules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Province and DOH regional dashboards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GeoRiskPH API integration under MOU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The 75-Second Demo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What judges will see on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37360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Pick a barangay; simulate 180 mm rainfall and 0.5 m flood depth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87168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87168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Map turns red: 1,240 exposed households, 2,900 people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236976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36976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36976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Doxycycline need 2,900 doses vs 400 in stock; reorder suggested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986783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86783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86783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One tap: the judge's phone receives the Tagalog SMS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736592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36592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36592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BHW tablet, offline, shows the house-to-house list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486400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86400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A symptom report escalates to the RHU referral queue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1737360"/>
            <a:ext cx="3794760" cy="4480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920240"/>
            <a:ext cx="347472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8A3D"/>
                </a:solidFill>
                <a:latin typeface="Arial"/>
              </a:rPr>
              <a:t>Sample SMS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LUSONG: Lumusong ka ba sa baha kahapon? Pumunta sa Barangay Health Station para sa libreng doxycycline ngayong araw. Kung may lagnat o sakit ng binti sa susunod na 2 linggo, magpakonsulta agad. Reply 1 kung lumusong, 2 kung may sintomas.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LGUs pay from the prevention share of the Local DRRM Fund; prevention is cheaper than dialysis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6675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1089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Revenue stream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Price (PHP, to be validated)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Municipal subscription (up to 30 barangays)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60,000 per year + 1,500 per extra barangay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Component city subscription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150,000 to 300,000 per year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Implementation and BHW 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25,000 one-time per LGU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SMS credits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Cost plus 20%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Province or DOH regional license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Volume pricing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Future: anonymized outbreak analytics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Insurers, pharma distributors (DPA-compliant)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1737360"/>
            <a:ext cx="4389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Unit economics (estimate)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94560"/>
            <a:ext cx="438912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Cloud and SMS cost per municipality about PHP 12,000 per year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Onboarding about 3 person-days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Gross margin above 70% after year one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10 LGUs cover the team's operating cost; 50 LGUs fund a full-time team of five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Procurement through LDRRMF prevention allocation (RA 10121) is annual and renewable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One avoided dialysis case costs more than a year of LUSONG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Market Size and Demand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Philippine LGU market first; exportable to ASEAN neighbors with endemic leptospirosis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57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4747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PHP 131 M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4747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TAM: about 1,640 cities and municipalities x PHP 80,000 average (estimate); PHP 180 M with province and DOH licenses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737360"/>
            <a:ext cx="3657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28800"/>
            <a:ext cx="34747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PHP 48 M / 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14600"/>
            <a:ext cx="34747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SAM: est. 600 flood-prone municipalities x 60,000 + 60 cities x 200,000 (Uwan alone hit 725 LGUs [2])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7033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520439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6B21"/>
                </a:solidFill>
                <a:latin typeface="Arial"/>
              </a:rPr>
              <a:t>PHP 8 M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3520439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SOM in 3 years: 100 LGUs plus SMS and training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1124712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Leptospirosis cases up 46% year on year in 2026 [6]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2026 GAA restored about PHP 129.8 B to PhilHealth; health sector budget PHP 448 B [16]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DILG BIMS mandate (Dec 2025) supplies the household data input; UHC Act pushes LGUs toward interoperable digital health tools by 2028 [12][15]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Philippine ASEAN chairmanship 2026 prioritizes digital public goods and climate resilience; leptospirosis is endemic in Indonesia, Thailand, Malaysia and Vietnam [17]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No Philippine startup or agency product found that targets leptospirosis exposure and prophylaxis logistics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Progress / Traction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Status as of October 2026: idea stage with a validated problem and a build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Problem sized from DOH surveillance, NDRRMC and CDC/PMC literature (2025 to 2026)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Competitive scan: hazard platforms, telemedicine, govtech; no post-flood health response product found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Solution architecture, offline-first BHW workflow and multilingual SMS designed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Exposure engine data sources identified: PAGASA, GeoRiskPH, NAMRIA, BIMS exports, DOH weekly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6B21"/>
                </a:solidFill>
                <a:latin typeface="Arial"/>
              </a:rPr>
              <a:t>Next 8 weeks (commitments)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15 interviews: 5 BHWs, 3 RHU clinicians, 3 MDRRMO officers, 2 barangay captains, 2 patient families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Backtest the exposure engine on two 2024 to 2025 flood events against DOH weekly data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Letter of Intent from one flood-prone LGU; 20 BHWs trained; 1,000 households enrolled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Live pilot in one or two barangays; publish delivery time and reach numbers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From MVP to ten paying LGUs in twelve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471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466344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 date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MVP with backtested exposure engine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Regional pitch, Nov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&gt;= 70% recall of barangays with later lepto clusters (estimate)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First LGU LOI or MOA, 20 BHWs trained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Dec 2026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1,000 households enrolled in LUSONG Abiso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Live through one rainy-season flood in 3 LGUs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Jun 2027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&gt;= 60% of exposed households reached within 24 h; prophylaxis offer within 72 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Outcome evaluation vs matched control barangays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Dec 2027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Flood-to-first-dose under 48 h; fewer hospitalized cases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10 paying LGUs, second disease module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Dec 2027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PHP 600,000 annual recurring revenue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Proposed Use of Funds / Asks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PHP 480,000 for twelve months: MVP completion and pilots in three LGUs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6675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82880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PHP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Cloud, maps and model hosting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60,000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SMS and messaging credits (about 150,000 messages)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90,000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Field validation and pilot travel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BHW training materials and five shared devices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60,000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Multilingual content and clinical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Legal, data privacy and registration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30,000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Student team stipends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Contingency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480,000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1737360"/>
            <a:ext cx="4389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Our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94560"/>
            <a:ext cx="438912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Pilot introductions to two flood-prone LGUs and their municipal health officers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DICT Startup Grant Fund consideration (PHP 500,000 to 1 M) for year-one pilots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DOH Epidemiology Bureau and GeoRiskPH data access under MOU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Mentorship on LGU procurement and Data Privacy Act compliance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Allocation: 44% product and infrastructure, 38% field validation and adoption, 18% compliance and contingency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Team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School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TeamName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37160" cy="20116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Student Member 1 (CEO)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CEO: customer validation, LGU partnerships, pitch, 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137160" cy="20116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Student Member 2 (CTO)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CTO: exposure and risk engine, backend, offline PWA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37160" cy="20116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Student Member 3 (CPO/CMO)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CPO/CMO: BHW experience, multilingual content, training, brand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023360"/>
            <a:ext cx="137160" cy="20116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Mentor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00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Mentor: clinical and GIS validation, DOH and LGU introductions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621792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8A3D"/>
                </a:solidFill>
                <a:latin typeface="Arial"/>
              </a:rPr>
              <a:t>Lumusong ka man, may bantay.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926080"/>
            <a:ext cx="6217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Every flood is followed by a preventable epidemic. LUSONG makes sure the PHP 10 antibiotic reaches the right house in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572000"/>
            <a:ext cx="621792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Team TeamName  |  School Name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Contact: team@email.com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Sources: see Concept Note, Section X and reference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